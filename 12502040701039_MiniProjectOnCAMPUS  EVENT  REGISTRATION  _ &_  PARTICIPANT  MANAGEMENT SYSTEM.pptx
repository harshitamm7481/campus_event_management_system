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7" r:id="rId10"/>
    <p:sldId id="269" r:id="rId11"/>
    <p:sldId id="268" r:id="rId12"/>
    <p:sldId id="270" r:id="rId13"/>
    <p:sldId id="271" r:id="rId14"/>
    <p:sldId id="263" r:id="rId15"/>
    <p:sldId id="264" r:id="rId16"/>
  </p:sldIdLst>
  <p:sldSz cx="12192000" cy="6858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hwMyc2pJg/kwARu5Hm7kCj7nPI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4A6A33-26D1-4D9C-A154-C803C87CB16C}" v="158" dt="2026-10-26T19:00:40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5/10/relationships/revisionInfo" Target="revisionInfo.xml"/><Relationship Id="rId21" Type="http://schemas.openxmlformats.org/officeDocument/2006/relationships/font" Target="fonts/font4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B6122F1B-BD8A-C395-3750-EA69D0F1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805BEF35-41B9-1A1D-3075-E6C3E1A99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F9F97E33-B1A3-8390-C88C-EE6EBB5EA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745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7E447B3-8226-D335-17DD-6355B520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6FAC2850-4640-B4D2-F5AC-9621605ED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ED4D0563-A1DC-BC73-82F7-5D229DF4A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636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0460AF8-88CC-8561-862A-932F02ED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046A98D2-20D8-FA49-8FA3-7B0A2DB63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3FE5DDEA-B0AC-37C0-296E-E2C63185E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2037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63DF23E-97D9-292D-5012-72A68FA9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5177812B-55D9-503E-6104-D04D5298F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0ABB73BA-3DA4-D2BC-3E95-1E90976C5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609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490C7F2-37A2-84D0-D511-4199BC7C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706693D3-8A94-2AF6-3F13-40983D1B9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7211203C-CED0-97EB-E0C7-17A291E53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222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34437" y="926124"/>
            <a:ext cx="9133562" cy="344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en-US" sz="4400" b="1">
                <a:sym typeface="Georgia"/>
              </a:rPr>
              <a:t>CAMPUS  EVENT  REGISTRATION  </a:t>
            </a:r>
            <a:br>
              <a:rPr lang="en-US" sz="4400" b="1" dirty="0">
                <a:sym typeface="Georgia"/>
              </a:rPr>
            </a:br>
            <a:r>
              <a:rPr lang="en-US" sz="4400" b="1">
                <a:sym typeface="Georgia"/>
              </a:rPr>
              <a:t>&amp;</a:t>
            </a:r>
            <a:br>
              <a:rPr lang="en-US" sz="4400" b="1" dirty="0"/>
            </a:br>
            <a:r>
              <a:rPr lang="en-US" sz="4400" b="1">
                <a:sym typeface="Georgia"/>
              </a:rPr>
              <a:t> PARTICIPANT  MANAGEMENT SYSTEM</a:t>
            </a:r>
            <a:br>
              <a:rPr lang="en-US" sz="4400" b="1" u="sng" dirty="0">
                <a:latin typeface="Georgia"/>
              </a:rPr>
            </a:br>
            <a:r>
              <a:rPr lang="en-US" sz="2400" dirty="0">
                <a:latin typeface="Bookman Old Style"/>
                <a:ea typeface="Georgia"/>
                <a:cs typeface="Georgia"/>
              </a:rPr>
              <a:t>Data</a:t>
            </a:r>
            <a:r>
              <a:rPr lang="en-US" sz="2400" dirty="0">
                <a:latin typeface="Bookman Old Style"/>
                <a:ea typeface="Georgia"/>
                <a:cs typeface="Georgia"/>
                <a:sym typeface="Bookman Old Style"/>
              </a:rPr>
              <a:t> Structures (with C) </a:t>
            </a:r>
            <a:r>
              <a:rPr lang="en-US" sz="2400" dirty="0">
                <a:latin typeface="Bookman Old Style"/>
                <a:ea typeface="Bookman Old Style"/>
                <a:cs typeface="Bookman Old Style"/>
                <a:sym typeface="Bookman Old Style"/>
              </a:rPr>
              <a:t>- Course Code: </a:t>
            </a:r>
            <a:r>
              <a:rPr lang="en-US" sz="2400" dirty="0">
                <a:latin typeface="Bookman Old Style"/>
                <a:sym typeface="Bookman Old Style"/>
              </a:rPr>
              <a:t>1</a:t>
            </a:r>
            <a:r>
              <a:rPr lang="en-US" sz="2400" dirty="0">
                <a:sym typeface="Bookman Old Style"/>
              </a:rPr>
              <a:t>02040304</a:t>
            </a:r>
            <a:br>
              <a:rPr lang="en-US" sz="2400" dirty="0">
                <a:latin typeface="Bookman Old Style"/>
                <a:ea typeface="Bookman Old Style"/>
                <a:cs typeface="Bookman Old Style"/>
              </a:rPr>
            </a:br>
            <a:br>
              <a:rPr lang="en-US" sz="2400" dirty="0">
                <a:latin typeface="Bookman Old Style"/>
                <a:ea typeface="Bookman Old Style"/>
                <a:cs typeface="Bookman Old Style"/>
              </a:rPr>
            </a:br>
            <a:br>
              <a:rPr lang="en-US" sz="2400" dirty="0">
                <a:latin typeface="Bookman Old Style"/>
                <a:ea typeface="Bookman Old Style"/>
                <a:cs typeface="Bookman Old Style"/>
              </a:rPr>
            </a:br>
            <a:r>
              <a:rPr lang="en-US" sz="2800" b="1" dirty="0">
                <a:latin typeface="Bookman Old Style"/>
                <a:ea typeface="Bookman Old Style"/>
                <a:cs typeface="Bookman Old Style"/>
                <a:sym typeface="Bookman Old Style"/>
              </a:rPr>
              <a:t>GROUP 7</a:t>
            </a:r>
            <a:endParaRPr lang="en-US" sz="4800" b="1" dirty="0">
              <a:latin typeface="Bookman Old Style"/>
              <a:ea typeface="Bookman Old Style"/>
              <a:cs typeface="Bookman Old Style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827048" y="4574414"/>
            <a:ext cx="1053790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u="sng">
                <a:latin typeface="Libre Baskerville"/>
                <a:ea typeface="Libre Baskerville"/>
                <a:cs typeface="Libre Baskerville"/>
                <a:sym typeface="Libre Baskerville"/>
              </a:rPr>
              <a:t>Submitted By:</a:t>
            </a:r>
            <a:endParaRPr/>
          </a:p>
          <a:p>
            <a:pPr marL="0" indent="0" algn="l"/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Harshita Mohapatra (12502040701039)</a:t>
            </a:r>
            <a:endParaRPr/>
          </a:p>
          <a:p>
            <a:pPr marL="0" indent="0" algn="l"/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Harshkumar Pande  (12502040701040)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2383" y="1056549"/>
            <a:ext cx="18000" cy="10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"/>
          <p:cNvCxnSpPr/>
          <p:nvPr/>
        </p:nvCxnSpPr>
        <p:spPr>
          <a:xfrm>
            <a:off x="7124350" y="4365672"/>
            <a:ext cx="0" cy="16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7484949" y="4772771"/>
            <a:ext cx="37965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Submitted To</a:t>
            </a:r>
            <a:r>
              <a:rPr lang="en-US" sz="2400" b="1" i="0" u="sng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 lang="en-US"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r>
              <a:rPr lang="en-GB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Mrs. Maulika Patel</a:t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836" y="208767"/>
            <a:ext cx="1252043" cy="1032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33906" y="207227"/>
            <a:ext cx="1491080" cy="986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Bookman Old Style"/>
              <a:buNone/>
            </a:pPr>
            <a:r>
              <a:rPr lang="en-US" sz="5400" u="sng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5400" u="sng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SzPts val="2400"/>
            </a:pPr>
            <a:r>
              <a:rPr lang="en-US" sz="2400">
                <a:sym typeface="Georgia"/>
              </a:rPr>
              <a:t>The </a:t>
            </a:r>
            <a:r>
              <a:rPr lang="en-US" sz="2400" b="1">
                <a:sym typeface="Georgia"/>
              </a:rPr>
              <a:t>Campus Event Registration and Participant Management System</a:t>
            </a:r>
            <a:r>
              <a:rPr lang="en-US" sz="2400">
                <a:sym typeface="Georgia"/>
              </a:rPr>
              <a:t> is a console-based application developed in </a:t>
            </a:r>
            <a:r>
              <a:rPr lang="en-US" sz="2400" b="1">
                <a:sym typeface="Georgia"/>
              </a:rPr>
              <a:t>C</a:t>
            </a:r>
            <a:r>
              <a:rPr lang="en-US" sz="2400">
                <a:sym typeface="Georgia"/>
              </a:rPr>
              <a:t> for the </a:t>
            </a:r>
            <a:r>
              <a:rPr lang="en-US" sz="2400" b="1">
                <a:sym typeface="Georgia"/>
              </a:rPr>
              <a:t>Data Structures</a:t>
            </a:r>
            <a:r>
              <a:rPr lang="en-US" sz="2400">
                <a:sym typeface="Georgia"/>
              </a:rPr>
              <a:t> subject. It manages student registrations for various campus events.</a:t>
            </a:r>
            <a:endParaRPr lang="en-US"/>
          </a:p>
          <a:p>
            <a:pPr>
              <a:buSzPts val="2400"/>
            </a:pPr>
            <a:r>
              <a:rPr lang="en-US" sz="2400">
                <a:sym typeface="Georgia"/>
              </a:rPr>
              <a:t>The project uses the </a:t>
            </a:r>
            <a:r>
              <a:rPr lang="en-US" sz="2400" b="1">
                <a:sym typeface="Georgia"/>
              </a:rPr>
              <a:t>Singly Linked List data structure</a:t>
            </a:r>
            <a:r>
              <a:rPr lang="en-US" sz="2400">
                <a:sym typeface="Georgia"/>
              </a:rPr>
              <a:t> to store and manage participant details dynamically. It supports registration, displaying participant records, searching, updating details, cancelling registrations, and counting participants.</a:t>
            </a:r>
            <a:endParaRPr lang="en-US"/>
          </a:p>
          <a:p>
            <a:pPr>
              <a:buSzPts val="2400"/>
            </a:pPr>
            <a:r>
              <a:rPr lang="en-US" sz="2400">
                <a:sym typeface="Georgia"/>
              </a:rPr>
              <a:t>This project demonstrates the practical application of linked lists in managing and organizing participant information efficiently.</a:t>
            </a:r>
            <a:endParaRPr lang="en-US"/>
          </a:p>
          <a:p>
            <a:pPr>
              <a:buSzPts val="2400"/>
            </a:pPr>
            <a:r>
              <a:rPr lang="en-US" sz="2400" b="1">
                <a:sym typeface="Georgia"/>
              </a:rPr>
              <a:t>Input:</a:t>
            </a:r>
            <a:r>
              <a:rPr lang="en-US" sz="2400">
                <a:sym typeface="Georgia"/>
              </a:rPr>
              <a:t> Participant ID, name, event name, and event category.</a:t>
            </a:r>
            <a:endParaRPr lang="en-US">
              <a:sym typeface="Georgia"/>
            </a:endParaRPr>
          </a:p>
          <a:p>
            <a:pPr>
              <a:buSzPts val="2400"/>
            </a:pPr>
            <a:r>
              <a:rPr lang="en-US" sz="2400" b="1">
                <a:sym typeface="Georgia"/>
              </a:rPr>
              <a:t>Output:</a:t>
            </a:r>
            <a:r>
              <a:rPr lang="en-US" sz="2400">
                <a:sym typeface="Georgia"/>
              </a:rPr>
              <a:t> Participant details, search results, updated records, registration status, and total participant count.</a:t>
            </a:r>
            <a:endParaRPr lang="en-US">
              <a:sym typeface="Georgia"/>
            </a:endParaRPr>
          </a:p>
          <a:p>
            <a:pPr>
              <a:buSzPts val="2400"/>
            </a:pPr>
            <a:r>
              <a:rPr lang="en-US" sz="2400" b="1">
                <a:sym typeface="Georgia"/>
              </a:rPr>
              <a:t>Data Structure:</a:t>
            </a:r>
            <a:r>
              <a:rPr lang="en-US" sz="2400">
                <a:sym typeface="Georgia"/>
              </a:rPr>
              <a:t> Singly Linked List.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SzPts val="2400"/>
              <a:buNone/>
            </a:pPr>
            <a:r>
              <a:rPr lang="en-US" sz="2400">
                <a:sym typeface="Georgia"/>
              </a:rPr>
              <a:t>The project is developed to understand the practical use of the </a:t>
            </a:r>
            <a:r>
              <a:rPr lang="en-US" sz="2400" b="1">
                <a:sym typeface="Georgia"/>
              </a:rPr>
              <a:t>singly linked list data structure</a:t>
            </a:r>
            <a:r>
              <a:rPr lang="en-US" sz="2400">
                <a:sym typeface="Georgia"/>
              </a:rPr>
              <a:t> in managing campus event registrations. It helps us understand how participant records can be stored, accessed, modified, and deleted dynamically.</a:t>
            </a:r>
            <a:endParaRPr lang="en-US"/>
          </a:p>
          <a:p>
            <a:pPr marL="114300" indent="0">
              <a:buSzPts val="2400"/>
              <a:buNone/>
            </a:pPr>
            <a:r>
              <a:rPr lang="en-US" sz="2400">
                <a:sym typeface="Georgia"/>
              </a:rPr>
              <a:t>The main motivation is:</a:t>
            </a:r>
            <a:endParaRPr lang="en-US"/>
          </a:p>
          <a:p>
            <a:pPr>
              <a:buSzPts val="2400"/>
            </a:pPr>
            <a:r>
              <a:rPr lang="en-US" sz="2400">
                <a:sym typeface="Georgia"/>
              </a:rPr>
              <a:t>To apply Data Structures concepts using C.</a:t>
            </a:r>
            <a:endParaRPr/>
          </a:p>
          <a:p>
            <a:pPr>
              <a:buSzPts val="2400"/>
            </a:pPr>
            <a:r>
              <a:rPr lang="en-US" sz="2400">
                <a:sym typeface="Georgia"/>
              </a:rPr>
              <a:t>To understand linked list operations such as insertion, traversal, searching, and deletion.</a:t>
            </a:r>
            <a:endParaRPr/>
          </a:p>
          <a:p>
            <a:pPr>
              <a:buSzPts val="2400"/>
            </a:pPr>
            <a:r>
              <a:rPr lang="en-US" sz="2400">
                <a:sym typeface="Georgia"/>
              </a:rPr>
              <a:t>To learn dynamic memory allocation using </a:t>
            </a:r>
            <a:r>
              <a:rPr lang="en-US" sz="2400">
                <a:latin typeface="Consolas"/>
                <a:sym typeface="Georgia"/>
              </a:rPr>
              <a:t>malloc()</a:t>
            </a:r>
            <a:r>
              <a:rPr lang="en-US" sz="2400">
                <a:sym typeface="Georgia"/>
              </a:rPr>
              <a:t> and </a:t>
            </a:r>
            <a:r>
              <a:rPr lang="en-US" sz="2400">
                <a:latin typeface="Consolas"/>
                <a:sym typeface="Georgia"/>
              </a:rPr>
              <a:t>free()</a:t>
            </a:r>
            <a:r>
              <a:rPr lang="en-US" sz="2400">
                <a:sym typeface="Georgia"/>
              </a:rPr>
              <a:t>.</a:t>
            </a:r>
            <a:endParaRPr/>
          </a:p>
          <a:p>
            <a:pPr>
              <a:buSzPts val="2400"/>
            </a:pPr>
            <a:r>
              <a:rPr lang="en-US" sz="2400">
                <a:sym typeface="Georgia"/>
              </a:rPr>
              <a:t>To develop an efficient system for managing participant registrations.</a:t>
            </a:r>
            <a:endParaRPr/>
          </a:p>
          <a:p>
            <a:pPr>
              <a:buSzPts val="2400"/>
            </a:pPr>
            <a:r>
              <a:rPr lang="en-US" sz="2400">
                <a:sym typeface="Georgia"/>
              </a:rPr>
              <a:t>To improve programming and problem-solving skills.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3534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838200" y="1721241"/>
            <a:ext cx="10515600" cy="476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>
              <a:buNone/>
            </a:pPr>
            <a:r>
              <a:rPr lang="en-US" sz="2600" dirty="0">
                <a:sym typeface="Georgia"/>
              </a:rPr>
              <a:t>The aim of this project is to develop a </a:t>
            </a:r>
            <a:r>
              <a:rPr lang="en-US" sz="2600" b="1" dirty="0">
                <a:sym typeface="Georgia"/>
              </a:rPr>
              <a:t>Campus Event Registration and Participant </a:t>
            </a:r>
            <a:r>
              <a:rPr lang="en-US" sz="2600" b="1">
                <a:sym typeface="Georgia"/>
              </a:rPr>
              <a:t>Management System using a Singly Linked List in C</a:t>
            </a:r>
            <a:r>
              <a:rPr lang="en-US" sz="2600" dirty="0">
                <a:sym typeface="Georgia"/>
              </a:rPr>
              <a:t>. It manages participant registrations for various campus events and allows users to maintain participant records.</a:t>
            </a:r>
            <a:endParaRPr lang="en-US"/>
          </a:p>
          <a:p>
            <a:pPr>
              <a:buNone/>
            </a:pPr>
            <a:r>
              <a:rPr lang="en-US" sz="2600">
                <a:sym typeface="Georgia"/>
              </a:rPr>
              <a:t>The linked list is used to store and manage participant details dynamically.</a:t>
            </a:r>
            <a:endParaRPr/>
          </a:p>
          <a:p>
            <a:pPr>
              <a:buNone/>
            </a:pPr>
            <a:r>
              <a:rPr lang="en-US" sz="2600">
                <a:sym typeface="Georgia"/>
              </a:rPr>
              <a:t>The program does the following:</a:t>
            </a:r>
            <a:endParaRPr/>
          </a:p>
          <a:p>
            <a:pPr marL="285750" indent="-285750"/>
            <a:r>
              <a:rPr lang="en-US" sz="2600">
                <a:sym typeface="Georgia"/>
              </a:rPr>
              <a:t>Registers new participants for campus events.</a:t>
            </a:r>
            <a:endParaRPr lang="en-US">
              <a:sym typeface="Georgia"/>
            </a:endParaRPr>
          </a:p>
          <a:p>
            <a:pPr marL="285750" indent="-285750"/>
            <a:r>
              <a:rPr lang="en-US" sz="2600">
                <a:sym typeface="Georgia"/>
              </a:rPr>
              <a:t>Displays all registered participants.</a:t>
            </a:r>
            <a:endParaRPr/>
          </a:p>
          <a:p>
            <a:pPr marL="285750" indent="-285750"/>
            <a:r>
              <a:rPr lang="en-US" sz="2600">
                <a:sym typeface="Georgia"/>
              </a:rPr>
              <a:t>Searches for participants using their registration ID.</a:t>
            </a:r>
            <a:endParaRPr/>
          </a:p>
          <a:p>
            <a:pPr marL="285750" indent="-285750"/>
            <a:r>
              <a:rPr lang="en-US" sz="2600">
                <a:sym typeface="Georgia"/>
              </a:rPr>
              <a:t>Updates participant details.</a:t>
            </a:r>
            <a:endParaRPr/>
          </a:p>
          <a:p>
            <a:pPr marL="285750" indent="-285750"/>
            <a:r>
              <a:rPr lang="en-US" sz="2600">
                <a:sym typeface="Georgia"/>
              </a:rPr>
              <a:t>Cancels existing registrations.</a:t>
            </a:r>
            <a:endParaRPr/>
          </a:p>
          <a:p>
            <a:pPr marL="285750" indent="-285750"/>
            <a:r>
              <a:rPr lang="en-US" sz="2600">
                <a:sym typeface="Georgia"/>
              </a:rPr>
              <a:t>Counts the total number of participants.</a:t>
            </a:r>
            <a:endParaRPr lang="en-US">
              <a:sym typeface="Georgia"/>
            </a:endParaRPr>
          </a:p>
          <a:p>
            <a:pPr marL="285750" indent="-285750"/>
            <a:r>
              <a:rPr lang="en-US" sz="2600">
                <a:sym typeface="Georgia"/>
              </a:rPr>
              <a:t>Provides a simple menu-driven interface.</a:t>
            </a:r>
            <a:endParaRPr lang="en-US"/>
          </a:p>
          <a:p>
            <a:pPr indent="0">
              <a:buNone/>
            </a:pPr>
            <a:r>
              <a:rPr lang="en-US" sz="2600">
                <a:sym typeface="Georgia"/>
              </a:rPr>
              <a:t>This project demonstrates the practical use of a singly linked list in managing and organizing participant </a:t>
            </a:r>
            <a:r>
              <a:rPr lang="en-US" sz="2600"/>
              <a:t>information</a:t>
            </a:r>
            <a:r>
              <a:rPr lang="en-US" sz="2600">
                <a:sym typeface="Georgia"/>
              </a:rPr>
              <a:t>.</a:t>
            </a:r>
            <a:endParaRPr/>
          </a:p>
          <a:p>
            <a: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CDAA-4876-8667-6233-A625A546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u="sng">
                <a:latin typeface="Times New Roman"/>
                <a:cs typeface="Times New Roman"/>
              </a:rPr>
              <a:t>Tech Stack and Operations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C80B-91B4-10B2-BC14-3E4F9115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/>
              <a:t>The project is developed in </a:t>
            </a:r>
            <a:r>
              <a:rPr lang="en-GB" b="1"/>
              <a:t>C</a:t>
            </a:r>
            <a:r>
              <a:rPr lang="en-GB"/>
              <a:t> for the </a:t>
            </a:r>
            <a:r>
              <a:rPr lang="en-GB" b="1"/>
              <a:t>Data Structures</a:t>
            </a:r>
            <a:r>
              <a:rPr lang="en-GB"/>
              <a:t> subject. A </a:t>
            </a:r>
            <a:r>
              <a:rPr lang="en-GB" b="1"/>
              <a:t>Singly Linked List</a:t>
            </a:r>
            <a:r>
              <a:rPr lang="en-GB"/>
              <a:t> is used to store and manage participant details dynamically.</a:t>
            </a:r>
            <a:endParaRPr lang="en-US"/>
          </a:p>
          <a:p>
            <a:r>
              <a:rPr lang="en-GB"/>
              <a:t>Each node contains participant information and a pointer to the next node.</a:t>
            </a:r>
            <a:endParaRPr lang="en-US"/>
          </a:p>
          <a:p>
            <a:r>
              <a:rPr lang="en-GB"/>
              <a:t>The main operations are:</a:t>
            </a:r>
          </a:p>
          <a:p>
            <a:r>
              <a:rPr lang="en-GB" b="1"/>
              <a:t>Insertion:</a:t>
            </a:r>
            <a:r>
              <a:rPr lang="en-GB"/>
              <a:t> Adds a new participant to the list.</a:t>
            </a:r>
          </a:p>
          <a:p>
            <a:r>
              <a:rPr lang="en-GB" b="1"/>
              <a:t>Traversal:</a:t>
            </a:r>
            <a:r>
              <a:rPr lang="en-GB"/>
              <a:t> Displays all registered participants.</a:t>
            </a:r>
          </a:p>
          <a:p>
            <a:r>
              <a:rPr lang="en-GB" b="1"/>
              <a:t>Searching:</a:t>
            </a:r>
            <a:r>
              <a:rPr lang="en-GB"/>
              <a:t> Finds a participant using their registration ID.</a:t>
            </a:r>
          </a:p>
          <a:p>
            <a:r>
              <a:rPr lang="en-GB" b="1"/>
              <a:t>Updating:</a:t>
            </a:r>
            <a:r>
              <a:rPr lang="en-GB"/>
              <a:t> Modifies the details of an existing participant.</a:t>
            </a:r>
          </a:p>
          <a:p>
            <a:r>
              <a:rPr lang="en-GB" b="1"/>
              <a:t>Deletion:</a:t>
            </a:r>
            <a:r>
              <a:rPr lang="en-GB"/>
              <a:t> Removes a participant's registration from the list.</a:t>
            </a:r>
          </a:p>
          <a:p>
            <a:r>
              <a:rPr lang="en-GB"/>
              <a:t>These operations help the program manage participant records efficiently and demonstrate the practical use of linked lists.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690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838199" y="1679489"/>
            <a:ext cx="6249961" cy="501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PART-1: PROGRAM START AND MENU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When the program starts, it displays the project title and menu options. The user selects an operation to manage participant registrations.</a:t>
            </a:r>
            <a:endParaRPr/>
          </a:p>
          <a:p>
            <a:pPr marL="285750" indent="-285750"/>
            <a:r>
              <a:rPr lang="en-US" sz="2400">
                <a:sym typeface="Georgia"/>
              </a:rPr>
              <a:t>Displays the project title and menu.</a:t>
            </a:r>
            <a:endParaRPr/>
          </a:p>
          <a:p>
            <a:pPr marL="285750" indent="-285750"/>
            <a:r>
              <a:rPr lang="en-US" sz="2400">
                <a:sym typeface="Georgia"/>
              </a:rPr>
              <a:t>Accepts the user's choice.</a:t>
            </a:r>
            <a:endParaRPr/>
          </a:p>
          <a:p>
            <a:pPr marL="285750" indent="-285750"/>
            <a:r>
              <a:rPr lang="en-US" sz="2400">
                <a:sym typeface="Georgia"/>
              </a:rPr>
              <a:t>Loads sample participant records.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Performs the selected operation.</a:t>
            </a:r>
            <a:endParaRPr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CA785-5AAC-C182-F18A-F4849A5CE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892" y="3309286"/>
            <a:ext cx="4886325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905376" cy="4351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PART-2: REGISTER PARTICIPANT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adds new participants to the linked list.</a:t>
            </a:r>
            <a:endParaRPr/>
          </a:p>
          <a:p>
            <a:pPr marL="285750" indent="-285750"/>
            <a:r>
              <a:rPr lang="en-US" sz="2400">
                <a:sym typeface="Georgia"/>
              </a:rPr>
              <a:t>Accepts participant details.</a:t>
            </a:r>
            <a:endParaRPr lang="en-US"/>
          </a:p>
          <a:p>
            <a:pPr marL="285750" indent="-285750"/>
            <a:r>
              <a:rPr lang="en-US" sz="2400"/>
              <a:t>Checks for duplicate IDs.</a:t>
            </a:r>
            <a:endParaRPr lang="en-US"/>
          </a:p>
          <a:p>
            <a:pPr marL="285750" indent="-285750"/>
            <a:r>
              <a:rPr lang="en-US" sz="2400"/>
              <a:t>Adds a new node to the list.</a:t>
            </a:r>
            <a:endParaRPr lang="en-US"/>
          </a:p>
          <a:p>
            <a:pPr>
              <a:buNone/>
            </a:pPr>
            <a:endParaRPr lang="en-US" sz="2400" b="1" dirty="0"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1095" y="4940363"/>
            <a:ext cx="584640" cy="19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0615" y="5022443"/>
            <a:ext cx="18000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495" y="4963043"/>
            <a:ext cx="407880" cy="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4575" y="4893203"/>
            <a:ext cx="26784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A40C2C-05FF-05A0-D759-194491D9F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3288" y="1829976"/>
            <a:ext cx="4105013" cy="1141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D1B18F-624C-B143-D5E8-3B5FEF4EA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4425" y="3293628"/>
            <a:ext cx="5542245" cy="2598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PART-3: DISPLAY PARTICIPANTS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displays all registered participants.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Traverses the linked list.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Displays participant details.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Shows a message if the list is empty.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1A8869-1DEE-FBCD-5DF1-809B23EB3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" b="39798"/>
          <a:stretch>
            <a:fillRect/>
          </a:stretch>
        </p:blipFill>
        <p:spPr>
          <a:xfrm>
            <a:off x="6919129" y="1594394"/>
            <a:ext cx="4773355" cy="3681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05B4D0-087F-20FF-72F7-07E9B3F690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5" t="33750" r="-1493" b="1250"/>
          <a:stretch>
            <a:fillRect/>
          </a:stretch>
        </p:blipFill>
        <p:spPr>
          <a:xfrm>
            <a:off x="3153427" y="4288208"/>
            <a:ext cx="3526116" cy="21669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B66458E-FB00-068E-5E64-2164C62F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D47EA3E0-7D14-4E8C-C417-B327078A7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E1B01E82-38EE-8F84-708E-65FAC8B5C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PART-4: SEARCH PARTICIPANT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searches for a participant using their registration ID.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Accepts the registration ID.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Compares IDs while traversing the list.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Displays the matching details or a not-found message.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4983D-0642-8258-C61B-ADC72DB6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21" y="4206788"/>
            <a:ext cx="4432517" cy="1294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5320AF-0A22-7F0B-D16F-719A00B71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696" y="1710651"/>
            <a:ext cx="4436170" cy="21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55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EACFF6E-F6C6-A742-3219-0554A293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6A552426-8336-279C-7F18-94B796C788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4E98DB9B-6AEB-0BF3-EBF2-BFB943131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PART-5: UPDATE PARTICIPANT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modifies the details of an existing participant.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Searches by registration ID.</a:t>
            </a:r>
            <a:endParaRPr lang="en-US"/>
          </a:p>
          <a:p>
            <a:pPr marL="285750" indent="-285750"/>
            <a:r>
              <a:rPr lang="en-US" sz="2400"/>
              <a:t>Updates the participant's details.</a:t>
            </a:r>
            <a:endParaRPr lang="en-US"/>
          </a:p>
          <a:p>
            <a:pPr marL="285750" indent="-285750"/>
            <a:r>
              <a:rPr lang="en-US" sz="2400"/>
              <a:t>Displays the updated information.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643A7-18A8-51B6-C549-1399FAB3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89" y="4629737"/>
            <a:ext cx="4819650" cy="1857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AADF55-72CD-D406-78BA-2313E3F03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577" y="1539723"/>
            <a:ext cx="48577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3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AC60BE6-6790-1821-4F21-FB64B7F9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C93AFF77-48FB-BA01-A03A-BCA90D294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293CECD0-3B40-DFF1-AC6A-AACB5E47B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PART-6: CANCEL REGISTRATION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removes a participant from the linked list.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Searches for the participant's ID.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Deletes the corresponding node.</a:t>
            </a:r>
            <a:endParaRPr lang="en-US"/>
          </a:p>
          <a:p>
            <a:pPr marL="285750" indent="-285750"/>
            <a:r>
              <a:rPr lang="en-US" sz="2400"/>
              <a:t>Frees the allocated memory.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3C9C2-52A9-B227-866A-EFD9E4A8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61" y="4001871"/>
            <a:ext cx="5670506" cy="157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1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F2C24D-62BE-FD61-5D7A-7114D842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A81DC27F-20DD-8E0B-F5B0-8A4D62328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EC7254C1-AE4C-CE67-7596-6A1E2CD23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PART-7: COUNT PARTICIPANTS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calculates the total number of registered participants.</a:t>
            </a:r>
            <a:endParaRPr lang="en-US">
              <a:sym typeface="Georgia"/>
            </a:endParaRPr>
          </a:p>
          <a:p>
            <a:pPr marL="285750" indent="-285750"/>
            <a:r>
              <a:rPr lang="en-US" sz="2400">
                <a:sym typeface="Georgia"/>
              </a:rPr>
              <a:t>Traverses the linked list.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Counts each node.</a:t>
            </a:r>
            <a:endParaRPr lang="en-US"/>
          </a:p>
          <a:p>
            <a:pPr marL="285750" indent="-285750"/>
            <a:r>
              <a:rPr lang="en-US" sz="2400"/>
              <a:t>Displays the total count.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F2EA2-74C7-EC57-4C3D-C9917B55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08" y="4541599"/>
            <a:ext cx="6448685" cy="133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5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59B5A351-21C2-25FE-BB9F-13B28F44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6C84DDC3-5B5A-285E-E277-D2E9FC7C0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86B9E59A-ED71-B499-CD02-B5F3977FE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439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>
                <a:sym typeface="Georgia"/>
              </a:rPr>
              <a:t>PART-8: EXIT PROGRAM</a:t>
            </a:r>
            <a:endParaRPr lang="en-US"/>
          </a:p>
          <a:p>
            <a:pPr>
              <a:buNone/>
            </a:pPr>
            <a:r>
              <a:rPr lang="en-US" sz="2400">
                <a:sym typeface="Georgia"/>
              </a:rPr>
              <a:t>This part safely terminates the program.</a:t>
            </a:r>
            <a:endParaRPr lang="en-US"/>
          </a:p>
          <a:p>
            <a:pPr marL="285750" indent="-285750"/>
            <a:r>
              <a:rPr lang="en-US" sz="2400">
                <a:sym typeface="Georgia"/>
              </a:rPr>
              <a:t>Releases memory used by remaining nodes.</a:t>
            </a:r>
            <a:endParaRPr lang="en-US"/>
          </a:p>
          <a:p>
            <a:pPr marL="285750" indent="-285750"/>
            <a:r>
              <a:rPr lang="en-US" sz="2400"/>
              <a:t>Displays the exit message.</a:t>
            </a:r>
            <a:endParaRPr lang="en-US"/>
          </a:p>
          <a:p>
            <a:pPr marL="285750" indent="-285750"/>
            <a:r>
              <a:rPr lang="en-US" sz="2400"/>
              <a:t>Ends program execution.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140A03-38D1-A566-CD7A-71AB1774F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46" y="4174038"/>
            <a:ext cx="6746570" cy="186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24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u="sng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5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1"/>
          </p:nvPr>
        </p:nvSpPr>
        <p:spPr>
          <a:xfrm>
            <a:off x="838200" y="1585543"/>
            <a:ext cx="10515600" cy="459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SzPts val="2800"/>
            </a:pPr>
            <a:r>
              <a:rPr lang="en-US" sz="2400">
                <a:sym typeface="Georgia"/>
              </a:rPr>
              <a:t>The </a:t>
            </a:r>
            <a:r>
              <a:rPr lang="en-US" sz="2400" b="1">
                <a:sym typeface="Georgia"/>
              </a:rPr>
              <a:t>Campus Event Registration and Participant Management System</a:t>
            </a:r>
            <a:r>
              <a:rPr lang="en-US" sz="2400">
                <a:sym typeface="Georgia"/>
              </a:rPr>
              <a:t> was developed using the </a:t>
            </a:r>
            <a:r>
              <a:rPr lang="en-US" sz="2400" b="1">
                <a:sym typeface="Georgia"/>
              </a:rPr>
              <a:t>C programming language</a:t>
            </a:r>
            <a:r>
              <a:rPr lang="en-US" sz="2400">
                <a:sym typeface="Georgia"/>
              </a:rPr>
              <a:t> and the </a:t>
            </a:r>
            <a:r>
              <a:rPr lang="en-US" sz="2400" b="1">
                <a:sym typeface="Georgia"/>
              </a:rPr>
              <a:t>Singly Linked List data structure</a:t>
            </a:r>
            <a:r>
              <a:rPr lang="en-US" sz="2400">
                <a:sym typeface="Georgia"/>
              </a:rPr>
              <a:t>.</a:t>
            </a:r>
            <a:endParaRPr lang="en-US" sz="2400"/>
          </a:p>
          <a:p>
            <a:pPr>
              <a:buSzPts val="2800"/>
            </a:pPr>
            <a:r>
              <a:rPr lang="en-US" sz="2400">
                <a:sym typeface="Georgia"/>
              </a:rPr>
              <a:t>The project successfully performs various operations, including participant registration, displaying records, searching, updating details, cancelling registrations, and counting participants.</a:t>
            </a:r>
            <a:endParaRPr lang="en-US">
              <a:sym typeface="Georgia"/>
            </a:endParaRPr>
          </a:p>
          <a:p>
            <a:pPr>
              <a:buSzPts val="2800"/>
            </a:pPr>
            <a:r>
              <a:rPr lang="en-US" sz="2400">
                <a:sym typeface="Georgia"/>
              </a:rPr>
              <a:t>The use of linked lists allows participant records to be managed dynamically through insertion, traversal, and deletion operations.</a:t>
            </a:r>
            <a:endParaRPr/>
          </a:p>
          <a:p>
            <a:pPr>
              <a:buSzPts val="2800"/>
            </a:pPr>
            <a:r>
              <a:rPr lang="en-US" sz="2400">
                <a:sym typeface="Georgia"/>
              </a:rPr>
              <a:t>The project helped us understand the practical application of Data Structures in solving real-world problems and improved our knowledge of pointers, dynamic memory allocation, and linked list operations in C.</a:t>
            </a:r>
            <a:endParaRPr lang="en-US">
              <a:sym typeface="Georgia"/>
            </a:endParaRPr>
          </a:p>
          <a:p>
            <a:pPr>
              <a:buSzPts val="2800"/>
            </a:pPr>
            <a:r>
              <a:rPr lang="en-US" sz="2400">
                <a:sym typeface="Georgia"/>
              </a:rPr>
              <a:t>Overall, this project strengthened our programming and problem-solving skills and demonstrated how data structures can be used to develop an efficient participant management system.</a:t>
            </a:r>
            <a:endParaRPr lang="en-US"/>
          </a:p>
          <a:p>
            <a:pPr lvl="0" algn="l">
              <a:lnSpc>
                <a:spcPct val="90000"/>
              </a:lnSpc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3282462" y="2875002"/>
            <a:ext cx="754966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6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CAMPUS  EVENT  REGISTRATION   &amp;  PARTICIPANT  MANAGEMENT SYSTEM Data Structures (with C) - Course Code: 102040304   GROUP 7</vt:lpstr>
      <vt:lpstr>Introduction</vt:lpstr>
      <vt:lpstr>Motivation</vt:lpstr>
      <vt:lpstr>Problem Statement and Objective</vt:lpstr>
      <vt:lpstr>Tech Stack and Operations used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Ayushi patil</dc:creator>
  <cp:revision>98</cp:revision>
  <dcterms:created xsi:type="dcterms:W3CDTF">2026-03-30T18:27:42Z</dcterms:created>
  <dcterms:modified xsi:type="dcterms:W3CDTF">2026-10-26T19:02:03Z</dcterms:modified>
</cp:coreProperties>
</file>